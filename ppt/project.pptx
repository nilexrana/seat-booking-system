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2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79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3A8A"/>
                </a:solidFill>
              </a:rPr>
              <a:t>Seat Booking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75569"/>
                </a:solidFill>
              </a:rPr>
              <a:t>A seamless, fast, and fair allocation system for hybrid teams.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981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Frontend:</a:t>
            </a:r>
            <a:r>
              <a:rPr lang="en-US" sz="2400" dirty="0">
                <a:solidFill>
                  <a:srgbClr val="000000"/>
                </a:solidFill>
              </a:rPr>
              <a:t> Next.js, React, Tailwind CSS
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Language:</a:t>
            </a:r>
            <a:r>
              <a:rPr lang="en-US" sz="2400" dirty="0">
                <a:solidFill>
                  <a:srgbClr val="000000"/>
                </a:solidFill>
              </a:rPr>
              <a:t> TypeScript
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Database &amp; ORM:</a:t>
            </a:r>
            <a:r>
              <a:rPr lang="en-US" sz="2400" dirty="0">
                <a:solidFill>
                  <a:srgbClr val="000000"/>
                </a:solidFill>
              </a:rPr>
              <a:t> MongoDB, Prisma Schema
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Styling &amp; UI Components:</a:t>
            </a:r>
            <a:r>
              <a:rPr lang="en-US" sz="2400" dirty="0">
                <a:solidFill>
                  <a:srgbClr val="000000"/>
                </a:solidFill>
              </a:rPr>
              <a:t> clsx, tailwind-merge, Lucide React icons
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About The Project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Daily Office Seat Booking:</a:t>
            </a:r>
            <a:r>
              <a:rPr lang="en-US" sz="2200" dirty="0">
                <a:solidFill>
                  <a:srgbClr val="000000"/>
                </a:solidFill>
              </a:rPr>
              <a:t> Manage designated cluster days smoothly.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Floating Bookings:</a:t>
            </a:r>
            <a:r>
              <a:rPr lang="en-US" sz="2200" dirty="0">
                <a:solidFill>
                  <a:srgbClr val="000000"/>
                </a:solidFill>
              </a:rPr>
              <a:t> Flexible seating arrangements for hybrid teams.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Secure Access portal:</a:t>
            </a:r>
            <a:r>
              <a:rPr lang="en-US" sz="2200" dirty="0">
                <a:solidFill>
                  <a:srgbClr val="000000"/>
                </a:solidFill>
              </a:rPr>
              <a:t> Dedicated login portal for users to reserve space.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Modern Interface:</a:t>
            </a:r>
            <a:r>
              <a:rPr lang="en-US" sz="2200" dirty="0">
                <a:solidFill>
                  <a:srgbClr val="000000"/>
                </a:solidFill>
              </a:rPr>
              <a:t> Clean, intuitive UI built for an excellent booking experience.
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Microsoft Macintosh PowerPoint</Application>
  <PresentationFormat>On-screen Show (16:9)</PresentationFormat>
  <Paragraphs>15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Nilesh Rana</cp:lastModifiedBy>
  <cp:revision>2</cp:revision>
  <dcterms:created xsi:type="dcterms:W3CDTF">2026-02-26T11:37:45Z</dcterms:created>
  <dcterms:modified xsi:type="dcterms:W3CDTF">2026-02-26T11:40:54Z</dcterms:modified>
</cp:coreProperties>
</file>